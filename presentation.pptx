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开场先说使用者与边界。右侧为裂缝外观示意，不是本次评估样本，不报未验证分数。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讲清检查命令证明什么。当前若数据未就绪，如实说 BLOCKED，不报性能数字。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强调同条件比较。形状流对应 models.py，可复查。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收尾落到人工边界。混淆矩阵图是示意，不是已跑出的分数。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9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7A24"/>
                </a:solidFill>
                <a:latin typeface="Microsoft YaHei"/>
              </a:rPr>
              <a:t>DAY 2 · 计算机视觉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筛查裂缝，不替工程师
下安全结论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9EFEA"/>
                </a:solidFill>
                <a:latin typeface="Microsoft YaHei"/>
              </a:rPr>
              <a:t>真实数据 · 基线优先 · 漏检优先 · 人工复核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286000" cy="777240"/>
          </a:xfrm>
          <a:prstGeom prst="roundRect">
            <a:avLst>
              <a:gd name="adj" fmla="val 10000"/>
            </a:avLst>
          </a:prstGeom>
          <a:solidFill>
            <a:srgbClr val="C97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3 分钟答辩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从证据开始</a:t>
            </a:r>
          </a:p>
        </p:txBody>
      </p:sp>
      <p:pic>
        <p:nvPicPr>
          <p:cNvPr id="8" name="Picture 7" descr="concrete-c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640080"/>
            <a:ext cx="2286000" cy="3063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46520" y="3703320"/>
            <a:ext cx="2286000" cy="502920"/>
          </a:xfrm>
          <a:prstGeom prst="rect">
            <a:avLst/>
          </a:prstGeom>
          <a:solidFill>
            <a:srgbClr val="0F2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49039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9EFEA"/>
                </a:solidFill>
                <a:latin typeface="Microsoft YaHei"/>
              </a:rPr>
              <a:t>裂缝外观示意
非本次评估样本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7773"/>
                </a:solidFill>
                <a:latin typeface="Microsoft YaHei"/>
              </a:rPr>
              <a:t>张清波组 · Day 2 独立仓库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7C78"/>
                </a:solidFill>
                <a:latin typeface="Microsoft YaHei"/>
              </a:rPr>
              <a:t>02 · 数据契约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389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336"/>
                </a:solidFill>
                <a:latin typeface="Microsoft YaHei"/>
              </a:rPr>
              <a:t>输入必须是真的，输出必须可复查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1605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7C78"/>
                </a:solidFill>
                <a:latin typeface="Microsoft YaHei"/>
              </a:rPr>
              <a:t>使用者 / 真实输入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336"/>
                </a:solidFill>
                <a:latin typeface="Microsoft YaHei"/>
              </a:rPr>
              <a:t>维护团队：先筛照片，再人工复核。
Kaggle Surface Crack Detection
Positive / Negative 各 20,000
命令：python train.py --check-data
未通过 → 不写主结果、不造假图</a:t>
            </a:r>
          </a:p>
        </p:txBody>
      </p:sp>
      <p:pic>
        <p:nvPicPr>
          <p:cNvPr id="8" name="Picture 7" descr="crack-measure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60120"/>
            <a:ext cx="402336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54880" y="2926080"/>
            <a:ext cx="4023360" cy="365760"/>
          </a:xfrm>
          <a:prstGeom prst="rect">
            <a:avLst/>
          </a:prstGeom>
          <a:solidFill>
            <a:srgbClr val="17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971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EFEA"/>
                </a:solidFill>
                <a:latin typeface="Microsoft YaHei"/>
              </a:rPr>
              <a:t>人工复核语境示意 · 模型结果必须交回给人</a:t>
            </a:r>
          </a:p>
        </p:txBody>
      </p:sp>
      <p:pic>
        <p:nvPicPr>
          <p:cNvPr id="11" name="Picture 10" descr="data-contract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74720"/>
            <a:ext cx="81381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7C78"/>
                </a:solidFill>
                <a:latin typeface="Microsoft YaHei"/>
              </a:rPr>
              <a:t>03 · 同条件比较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336"/>
                </a:solidFill>
                <a:latin typeface="Microsoft YaHei"/>
              </a:rPr>
              <a:t>复杂候选只比基线多一步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D9EFEA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400" b="1">
                <a:solidFill>
                  <a:srgbClr val="0D7C78"/>
                </a:solidFill>
                <a:latin typeface="Microsoft YaHei"/>
              </a:rPr>
              <a:t>简单基线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多数类预测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不看图像内容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8686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0D6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400" b="1">
                <a:solidFill>
                  <a:srgbClr val="C97A24"/>
                </a:solidFill>
                <a:latin typeface="Microsoft YaHei"/>
              </a:rPr>
              <a:t>公平条件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同子集 / seed / 划分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同 64×64 与指标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86868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E4EDF8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400" b="1">
                <a:solidFill>
                  <a:srgbClr val="173336"/>
                </a:solidFill>
                <a:latin typeface="Microsoft YaHei"/>
              </a:rPr>
              <a:t>候选方法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SmallCNN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Conv/Pool ×2 + Linear</a:t>
            </a:r>
          </a:p>
        </p:txBody>
      </p:sp>
      <p:pic>
        <p:nvPicPr>
          <p:cNvPr id="8" name="Picture 7" descr="cnn-shap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06040"/>
            <a:ext cx="832104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16052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5D55"/>
                </a:solidFill>
                <a:latin typeface="Microsoft YaHei"/>
              </a:rPr>
              <a:t>主指标：crack recall。当前：逻辑测试通过；真实主结果待 --check-data 通过后记录。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7A24"/>
                </a:solidFill>
                <a:latin typeface="Microsoft YaHei"/>
              </a:rPr>
              <a:t>04 · 失败与边界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漏检比漂亮分数更重要</a:t>
            </a:r>
          </a:p>
        </p:txBody>
      </p:sp>
      <p:pic>
        <p:nvPicPr>
          <p:cNvPr id="5" name="Picture 4" descr="confusion-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3703320" cy="2971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123444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BE4E0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400" b="1">
                <a:solidFill>
                  <a:srgbClr val="173336"/>
                </a:solidFill>
                <a:latin typeface="Microsoft YaHei"/>
              </a:rPr>
              <a:t>失败案例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待 first_errors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填真实 FN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23444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D9EFEA"/>
          </a:solidFill>
          <a:ln w="12700">
            <a:solidFill>
              <a:srgbClr val="DC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400" b="1">
                <a:solidFill>
                  <a:srgbClr val="173336"/>
                </a:solidFill>
                <a:latin typeface="Microsoft YaHei"/>
              </a:rPr>
              <a:t>最小结论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结构正确</a:t>
            </a:r>
          </a:p>
          <a:p>
            <a:pPr algn="ctr"/>
            <a:r>
              <a:rPr sz="1100" b="0">
                <a:solidFill>
                  <a:srgbClr val="173336"/>
                </a:solidFill>
                <a:latin typeface="Microsoft YaHei"/>
              </a:rPr>
              <a:t>测试通过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产品边界：只用于安排人工复核；不能证明结构安全、替代现场检查或工程师判断。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EFEA"/>
                </a:solidFill>
                <a:latin typeface="Microsoft YaHei"/>
              </a:rPr>
              <a:t>下一项最小检查：放入同一 Kaggle 目录 → --check-data → 同条件比较基线与 CNN。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